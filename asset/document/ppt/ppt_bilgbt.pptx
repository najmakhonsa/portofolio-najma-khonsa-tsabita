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Open Sauc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68687"/>
            <a:ext cx="16456199" cy="354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10000" b="true">
                <a:gradFill>
                  <a:gsLst>
                    <a:gs pos="0">
                      <a:srgbClr val="6DD8FF">
                        <a:alpha val="100000"/>
                      </a:srgbClr>
                    </a:gs>
                    <a:gs pos="33333">
                      <a:srgbClr val="36E62D">
                        <a:alpha val="100000"/>
                      </a:srgbClr>
                    </a:gs>
                    <a:gs pos="66667">
                      <a:srgbClr val="E6E42D">
                        <a:alpha val="100000"/>
                      </a:srgbClr>
                    </a:gs>
                    <a:gs pos="100000">
                      <a:srgbClr val="E62D2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10000" b="true">
                <a:gradFill>
                  <a:gsLst>
                    <a:gs pos="0">
                      <a:srgbClr val="6DD8FF">
                        <a:alpha val="100000"/>
                      </a:srgbClr>
                    </a:gs>
                    <a:gs pos="33333">
                      <a:srgbClr val="36E62D">
                        <a:alpha val="100000"/>
                      </a:srgbClr>
                    </a:gs>
                    <a:gs pos="66667">
                      <a:srgbClr val="E6E42D">
                        <a:alpha val="100000"/>
                      </a:srgbClr>
                    </a:gs>
                    <a:gs pos="100000">
                      <a:srgbClr val="E62D2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omparative Analysis of LGBT Experiences Across EU Countries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9852960" cy="4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  <a:spcBef>
                <a:spcPct val="0"/>
              </a:spcBef>
            </a:pPr>
            <a:r>
              <a:rPr lang="en-US" sz="234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Intelligence Task 11 QnA in BI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68754"/>
            <a:ext cx="7325430" cy="38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159" spc="1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Najma Khonsa Tsabita 1232002090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9108"/>
            <a:ext cx="18952744" cy="8612500"/>
          </a:xfrm>
          <a:custGeom>
            <a:avLst/>
            <a:gdLst/>
            <a:ahLst/>
            <a:cxnLst/>
            <a:rect r="r" b="b" t="t" l="l"/>
            <a:pathLst>
              <a:path h="8612500" w="18952744">
                <a:moveTo>
                  <a:pt x="0" y="0"/>
                </a:moveTo>
                <a:lnTo>
                  <a:pt x="18952744" y="0"/>
                </a:lnTo>
                <a:lnTo>
                  <a:pt x="18952744" y="8612500"/>
                </a:lnTo>
                <a:lnTo>
                  <a:pt x="0" y="861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7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1640"/>
            <a:ext cx="18288000" cy="9624060"/>
          </a:xfrm>
          <a:custGeom>
            <a:avLst/>
            <a:gdLst/>
            <a:ahLst/>
            <a:cxnLst/>
            <a:rect r="r" b="b" t="t" l="l"/>
            <a:pathLst>
              <a:path h="9624060" w="18288000">
                <a:moveTo>
                  <a:pt x="0" y="0"/>
                </a:moveTo>
                <a:lnTo>
                  <a:pt x="18288000" y="0"/>
                </a:lnTo>
                <a:lnTo>
                  <a:pt x="18288000" y="9624060"/>
                </a:lnTo>
                <a:lnTo>
                  <a:pt x="0" y="9624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578340"/>
          </a:xfrm>
          <a:custGeom>
            <a:avLst/>
            <a:gdLst/>
            <a:ahLst/>
            <a:cxnLst/>
            <a:rect r="r" b="b" t="t" l="l"/>
            <a:pathLst>
              <a:path h="9578340" w="18288000">
                <a:moveTo>
                  <a:pt x="0" y="0"/>
                </a:moveTo>
                <a:lnTo>
                  <a:pt x="18288000" y="0"/>
                </a:lnTo>
                <a:lnTo>
                  <a:pt x="18288000" y="9578340"/>
                </a:lnTo>
                <a:lnTo>
                  <a:pt x="0" y="957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578340"/>
          </a:xfrm>
          <a:custGeom>
            <a:avLst/>
            <a:gdLst/>
            <a:ahLst/>
            <a:cxnLst/>
            <a:rect r="r" b="b" t="t" l="l"/>
            <a:pathLst>
              <a:path h="9578340" w="18288000">
                <a:moveTo>
                  <a:pt x="0" y="0"/>
                </a:moveTo>
                <a:lnTo>
                  <a:pt x="18288000" y="0"/>
                </a:lnTo>
                <a:lnTo>
                  <a:pt x="18288000" y="9578340"/>
                </a:lnTo>
                <a:lnTo>
                  <a:pt x="0" y="957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5920"/>
            <a:ext cx="18288000" cy="9578340"/>
          </a:xfrm>
          <a:custGeom>
            <a:avLst/>
            <a:gdLst/>
            <a:ahLst/>
            <a:cxnLst/>
            <a:rect r="r" b="b" t="t" l="l"/>
            <a:pathLst>
              <a:path h="9578340" w="18288000">
                <a:moveTo>
                  <a:pt x="0" y="0"/>
                </a:moveTo>
                <a:lnTo>
                  <a:pt x="18288000" y="0"/>
                </a:lnTo>
                <a:lnTo>
                  <a:pt x="18288000" y="9578340"/>
                </a:lnTo>
                <a:lnTo>
                  <a:pt x="0" y="957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578340"/>
          </a:xfrm>
          <a:custGeom>
            <a:avLst/>
            <a:gdLst/>
            <a:ahLst/>
            <a:cxnLst/>
            <a:rect r="r" b="b" t="t" l="l"/>
            <a:pathLst>
              <a:path h="9578340" w="18288000">
                <a:moveTo>
                  <a:pt x="0" y="0"/>
                </a:moveTo>
                <a:lnTo>
                  <a:pt x="18288000" y="0"/>
                </a:lnTo>
                <a:lnTo>
                  <a:pt x="18288000" y="9578340"/>
                </a:lnTo>
                <a:lnTo>
                  <a:pt x="0" y="957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578340"/>
          </a:xfrm>
          <a:custGeom>
            <a:avLst/>
            <a:gdLst/>
            <a:ahLst/>
            <a:cxnLst/>
            <a:rect r="r" b="b" t="t" l="l"/>
            <a:pathLst>
              <a:path h="9578340" w="18288000">
                <a:moveTo>
                  <a:pt x="0" y="0"/>
                </a:moveTo>
                <a:lnTo>
                  <a:pt x="18288000" y="0"/>
                </a:lnTo>
                <a:lnTo>
                  <a:pt x="18288000" y="9578340"/>
                </a:lnTo>
                <a:lnTo>
                  <a:pt x="0" y="957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01283" cy="9562420"/>
          </a:xfrm>
          <a:custGeom>
            <a:avLst/>
            <a:gdLst/>
            <a:ahLst/>
            <a:cxnLst/>
            <a:rect r="r" b="b" t="t" l="l"/>
            <a:pathLst>
              <a:path h="9562420" w="18301283">
                <a:moveTo>
                  <a:pt x="0" y="0"/>
                </a:moveTo>
                <a:lnTo>
                  <a:pt x="18301283" y="0"/>
                </a:lnTo>
                <a:lnTo>
                  <a:pt x="18301283" y="9562420"/>
                </a:lnTo>
                <a:lnTo>
                  <a:pt x="0" y="9562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578340"/>
          </a:xfrm>
          <a:custGeom>
            <a:avLst/>
            <a:gdLst/>
            <a:ahLst/>
            <a:cxnLst/>
            <a:rect r="r" b="b" t="t" l="l"/>
            <a:pathLst>
              <a:path h="9578340" w="18288000">
                <a:moveTo>
                  <a:pt x="0" y="0"/>
                </a:moveTo>
                <a:lnTo>
                  <a:pt x="18288000" y="0"/>
                </a:lnTo>
                <a:lnTo>
                  <a:pt x="18288000" y="9578340"/>
                </a:lnTo>
                <a:lnTo>
                  <a:pt x="0" y="957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741" y="548222"/>
            <a:ext cx="16559559" cy="9190555"/>
          </a:xfrm>
          <a:custGeom>
            <a:avLst/>
            <a:gdLst/>
            <a:ahLst/>
            <a:cxnLst/>
            <a:rect r="r" b="b" t="t" l="l"/>
            <a:pathLst>
              <a:path h="9190555" w="16559559">
                <a:moveTo>
                  <a:pt x="0" y="0"/>
                </a:moveTo>
                <a:lnTo>
                  <a:pt x="16559559" y="0"/>
                </a:lnTo>
                <a:lnTo>
                  <a:pt x="16559559" y="9190556"/>
                </a:lnTo>
                <a:lnTo>
                  <a:pt x="0" y="9190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63779" y="936398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942980" cy="41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  <a:spcBef>
                <a:spcPct val="0"/>
              </a:spcBef>
            </a:pPr>
            <a:r>
              <a:rPr lang="en-US" sz="234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868754"/>
            <a:ext cx="7325430" cy="38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159" spc="1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Najma Khonsa Tsabita 1232002090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900" y="4583113"/>
            <a:ext cx="16456199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10000" b="true">
                <a:gradFill>
                  <a:gsLst>
                    <a:gs pos="0">
                      <a:srgbClr val="6DD8FF">
                        <a:alpha val="100000"/>
                      </a:srgbClr>
                    </a:gs>
                    <a:gs pos="33333">
                      <a:srgbClr val="36E62D">
                        <a:alpha val="100000"/>
                      </a:srgbClr>
                    </a:gs>
                    <a:gs pos="66667">
                      <a:srgbClr val="E6E42D">
                        <a:alpha val="100000"/>
                      </a:srgbClr>
                    </a:gs>
                    <a:gs pos="100000">
                      <a:srgbClr val="E62D2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DAG7G41fMvY</dc:identifier>
  <dcterms:modified xsi:type="dcterms:W3CDTF">2011-08-01T06:04:30Z</dcterms:modified>
  <cp:revision>1</cp:revision>
  <dc:title>Task 11 BI</dc:title>
</cp:coreProperties>
</file>